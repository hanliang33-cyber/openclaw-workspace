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企业数字化转型方案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汇报对象：青岛某国企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2026/3/25  |  亮哥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4389120"/>
            <a:ext cx="1371600" cy="758952"/>
          </a:xfrm>
          <a:prstGeom prst="rect">
            <a:avLst/>
          </a:prstGeom>
          <a:solidFill>
            <a:srgbClr val="1A3A6B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背景与需求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51460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成功案例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29184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实施计划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06908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关于我们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青岛某国企 的数字化转型方案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数字化转型迫在眉睫，业务系统亟待升级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数据孤岛问题突出，信息无法有效互通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现有流程效率低下，缺乏智能化支撑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一站式数字化服务，助力企业高质量发展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数据中台建设，打通数据孤岛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业务流程智能化再造，提升运营效率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定制化开发，贴合实际业务场景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专业运维服务，保障系统稳定运行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关于我们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专注企业数字化转型服务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丰富的国企项目实施经验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73152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专业技术团队，全程服务支持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 + 长期运维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848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合作周期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根据项目规模定制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992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期待与贵司深入合作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期待与贵司携手共创数字化新篇章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4114800"/>
            <a:ext cx="18288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青岛大数据科技公司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企业数字化转型方案</dc:title>
  <dc:subject>企业数字化转型方案</dc:subject>
  <dc:creator>阿pin</dc:creator>
  <cp:lastModifiedBy>阿pin</cp:lastModifiedBy>
  <cp:revision>1</cp:revision>
  <dcterms:created xsi:type="dcterms:W3CDTF">2026-03-25T14:15:41Z</dcterms:created>
  <dcterms:modified xsi:type="dcterms:W3CDTF">2026-03-25T14:15:41Z</dcterms:modified>
</cp:coreProperties>
</file>