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青岛大数据科技公司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国企四体协同管理数字化解决方案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汇报对象：某国企客户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2026/3/25  |  亮哥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0" y="4389120"/>
            <a:ext cx="1371600" cy="758952"/>
          </a:xfrm>
          <a:prstGeom prst="rect">
            <a:avLst/>
          </a:prstGeom>
          <a:solidFill>
            <a:srgbClr val="1A3A6B">
              <a:alpha val="8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背景与需求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1737360"/>
            <a:ext cx="64008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514600"/>
            <a:ext cx="64008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成功案例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71600" y="3291840"/>
            <a:ext cx="64008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52044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实施计划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71600" y="4069080"/>
            <a:ext cx="64008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关于我们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 某国企客户 的数字化转型方案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数字化转型迫在眉睫，业务系统亟待升级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数据孤岛问题突出，信息无法有效互通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现有流程效率低下，缺乏智能化支撑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 —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解决方案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一站式数字化服务，助力企业高质量发展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数据中台建设，打通数据孤岛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671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业务流程智能化再造，提升运营效率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定制化开发，贴合实际业务场景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538728"/>
            <a:ext cx="109728" cy="228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290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专业运维服务，保障系统稳定运行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 —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关于我们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专注企业数字化转型服务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3152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丰富的国企项目实施经验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651760"/>
            <a:ext cx="7315200" cy="9144"/>
          </a:xfrm>
          <a:prstGeom prst="rect">
            <a:avLst/>
          </a:prstGeom>
          <a:solidFill>
            <a:srgbClr val="BDC3C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专业技术团队，全程服务支持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 —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合作方式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1645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704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服务模式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0972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定制化开发 + 长期运维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84832"/>
            <a:ext cx="1645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848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合作周期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0116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根据项目规模定制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99232"/>
            <a:ext cx="16459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9923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联系方式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92608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期待与贵司深入合作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  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期待与贵司携手共创数字化新篇章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4114800"/>
            <a:ext cx="18288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青岛大数据科技公司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青岛大数据科技公司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国企四体协同管理数字化解决方案</dc:title>
  <dc:subject>国企四体协同管理数字化解决方案</dc:subject>
  <dc:creator>阿pin</dc:creator>
  <cp:lastModifiedBy>阿pin</cp:lastModifiedBy>
  <cp:revision>1</cp:revision>
  <dcterms:created xsi:type="dcterms:W3CDTF">2026-03-25T14:25:40Z</dcterms:created>
  <dcterms:modified xsi:type="dcterms:W3CDTF">2026-03-25T14:25:40Z</dcterms:modified>
</cp:coreProperties>
</file>